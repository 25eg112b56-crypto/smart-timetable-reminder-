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2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1C355-2FFF-49F7-B0C1-F74AA95A406D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269D3-BA05-4AC2-94EC-9AC36CC52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50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269D3-BA05-4AC2-94EC-9AC36CC52F5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377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9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20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3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83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9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4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63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9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2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63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28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CDF5-493F-1EF9-63A9-B4455497D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F05B1-2017-62EC-2A06-364AEBB83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F5BB2-8E13-A640-DCFE-9A6FADE1E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3759"/>
            <a:ext cx="9144000" cy="7145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658E19-E5B0-21C9-1CAA-EA8A31349DA0}"/>
              </a:ext>
            </a:extLst>
          </p:cNvPr>
          <p:cNvSpPr txBox="1"/>
          <p:nvPr/>
        </p:nvSpPr>
        <p:spPr>
          <a:xfrm>
            <a:off x="942681" y="5986021"/>
            <a:ext cx="7198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lifornian FB" panose="0207040306080B030204" pitchFamily="18" charset="0"/>
              </a:rPr>
              <a:t>TEAM</a:t>
            </a:r>
            <a:r>
              <a:rPr lang="en-IN" sz="3200" dirty="0">
                <a:solidFill>
                  <a:schemeClr val="bg1"/>
                </a:solidFill>
                <a:latin typeface="Californian FB" panose="0207040306080B030204" pitchFamily="18" charset="0"/>
              </a:rPr>
              <a:t> NAME: TEAM TECHNO</a:t>
            </a:r>
          </a:p>
        </p:txBody>
      </p:sp>
    </p:spTree>
    <p:extLst>
      <p:ext uri="{BB962C8B-B14F-4D97-AF65-F5344CB8AC3E}">
        <p14:creationId xmlns:p14="http://schemas.microsoft.com/office/powerpoint/2010/main" val="1814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33C55-4738-0B8B-8495-9048971F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883F-E4BD-F676-2918-EB4834DFC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834" y="1611116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Students and professionals struggle with:  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Managing multiple tasks and deadlines  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Forgetting important events or classes 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Inefficient manual scheduling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Need for a *smart, automated assistant* to reduce stress and improve productivity.</a:t>
            </a:r>
            <a:endParaRPr lang="en-IN" sz="36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9638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8054-80FC-4CDC-4D49-CBFFAA1E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3A00D-969D-AEC3-F0C5-948CBC5B1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 “Smart Timetable &amp; Reminder Assistant” that: 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Auto-generates schedules based on priorities  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Sends reminders for tasks, classes, and deadlines  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Adapts dynamically to changes</a:t>
            </a:r>
          </a:p>
          <a:p>
            <a:pPr marL="0" indent="0">
              <a:buNone/>
            </a:pPr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We developed a Smart Timetable &amp; Reminder Assistant that: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Takes user input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Automatically generates study timetable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Add breaks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Shows Reminders</a:t>
            </a:r>
          </a:p>
        </p:txBody>
      </p:sp>
    </p:spTree>
    <p:extLst>
      <p:ext uri="{BB962C8B-B14F-4D97-AF65-F5344CB8AC3E}">
        <p14:creationId xmlns:p14="http://schemas.microsoft.com/office/powerpoint/2010/main" val="237818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60B2-19BB-C9C7-694A-D9F5CC76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D31D0-26FD-4274-EBC1-2588E9B3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📅 Smart Timetable Generation 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🔔 Reminders &amp; Alerts  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🔄 Dynamic Rescheduling 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🎯 Goal Setting &amp; Deadline Tracking</a:t>
            </a:r>
          </a:p>
          <a:p>
            <a:pPr marL="0" indent="0">
              <a:buNone/>
            </a:pPr>
            <a:endParaRPr lang="en-IN" sz="32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629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1579-35E5-35DC-2E06-34719FC8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F7C0-79D8-E7BC-23CE-58CE4466B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Frontend (User Interface):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Stream lit (Python)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Development Tool: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Visual Studio Code (VS Code)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Libraries Used: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stream lit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datetime</a:t>
            </a:r>
          </a:p>
        </p:txBody>
      </p:sp>
    </p:spTree>
    <p:extLst>
      <p:ext uri="{BB962C8B-B14F-4D97-AF65-F5344CB8AC3E}">
        <p14:creationId xmlns:p14="http://schemas.microsoft.com/office/powerpoint/2010/main" val="145462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5234-D1B2-AC37-98C0-18B65D5C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LIVE DEMO &amp; PROJECT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08D3A-2244-1D0E-7D1C-7B9D137F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Local URL: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http://localhost:8503</a:t>
            </a:r>
          </a:p>
          <a:p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GitHub Repository: 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https://github.com/25eg112b56-crypto/Smart-Timetable-Reminder-.git</a:t>
            </a:r>
          </a:p>
        </p:txBody>
      </p:sp>
    </p:spTree>
    <p:extLst>
      <p:ext uri="{BB962C8B-B14F-4D97-AF65-F5344CB8AC3E}">
        <p14:creationId xmlns:p14="http://schemas.microsoft.com/office/powerpoint/2010/main" val="319518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B0F9-C587-6A98-8A07-AE92FA53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latin typeface="Californian FB" panose="0207040306080B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58B689-47C3-0EDE-BDEC-6FC4AD30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371050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CD813-CE52-40A8-9FB6-760669496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9" b="578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3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62A5-EB4C-1A47-1FF6-1141828D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46EAE-8D4E-33C7-31CE-699F2DA99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Saves time ⏱️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Reduces stress 😌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Improves productivity 📈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Easy to use &amp; accessible anywhere 🌍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Integrated Reminders</a:t>
            </a:r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🔔</a:t>
            </a:r>
          </a:p>
        </p:txBody>
      </p:sp>
    </p:spTree>
    <p:extLst>
      <p:ext uri="{BB962C8B-B14F-4D97-AF65-F5344CB8AC3E}">
        <p14:creationId xmlns:p14="http://schemas.microsoft.com/office/powerpoint/2010/main" val="299100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114-C94A-48CE-E1A4-4A191BDBEC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9600" dirty="0">
                <a:latin typeface="Broadway" panose="04040905080B02020502" pitchFamily="82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60655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761</TotalTime>
  <Words>195</Words>
  <Application>Microsoft Office PowerPoint</Application>
  <PresentationFormat>On-screen Show (4:3)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Arabic Typesetting</vt:lpstr>
      <vt:lpstr>Arial</vt:lpstr>
      <vt:lpstr>Broadway</vt:lpstr>
      <vt:lpstr>Calibri</vt:lpstr>
      <vt:lpstr>Calibri Light</vt:lpstr>
      <vt:lpstr>Californian FB</vt:lpstr>
      <vt:lpstr>Office Theme</vt:lpstr>
      <vt:lpstr>PowerPoint Presentation</vt:lpstr>
      <vt:lpstr>PROBLEM STATEMENT</vt:lpstr>
      <vt:lpstr>SOLUTION OVERVIEW</vt:lpstr>
      <vt:lpstr>KEY FEATURES</vt:lpstr>
      <vt:lpstr>SYSTEM ARCHITECTURE</vt:lpstr>
      <vt:lpstr>LIVE DEMO &amp; PROJECT LINKS</vt:lpstr>
      <vt:lpstr>PowerPoint Presentation</vt:lpstr>
      <vt:lpstr>PowerPoint Presentation</vt:lpstr>
      <vt:lpstr>BENEFITS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srihitha thaduri</dc:creator>
  <cp:lastModifiedBy>R Akshara</cp:lastModifiedBy>
  <cp:revision>5</cp:revision>
  <dcterms:created xsi:type="dcterms:W3CDTF">2026-02-28T09:45:20Z</dcterms:created>
  <dcterms:modified xsi:type="dcterms:W3CDTF">2026-03-01T05:30:51Z</dcterms:modified>
</cp:coreProperties>
</file>